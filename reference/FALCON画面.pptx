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DF11D-9E81-4635-ACB5-4206D6B96C9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CE42-BC51-4E1B-A217-CE98CEFD91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44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CE42-BC51-4E1B-A217-CE98CEFD919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87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3AC55-D8E3-05A3-EA48-5DE657733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FAB55D-C65C-F2FD-B952-4484B62B2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A29066-2C3C-60C0-0111-3E2AB3DA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A79BFD-1CC1-F085-26AF-4E7C9971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08600E-49E9-C7CF-3ABE-D2D2F0D7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89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063FFB-2E06-561F-6DF2-D9781985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9F9EC1-DA64-7E19-0406-9D112B799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DE566B-61EB-F947-2857-64387548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E3278D-2BAC-2619-C2EC-3FB1D68DD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325944-EB88-CF8F-8350-392A89DF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F1CF3-DF6C-460C-7921-7DC7E809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3CD384-4050-353E-7C31-E9B98AD10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5E2053-DF88-34BF-E887-B1618799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7A60B9-A1B5-619F-6043-7A057F00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9433CC-0ECF-138A-9C80-3ABC7FDA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92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ED4A6-E2A0-69D1-7B85-0092F992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253143-60FE-DA87-7E3C-00308925E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88A895-48AC-7B6C-8470-98CBECF45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8A232B-5ABF-27E4-8075-3D1B886F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ED3DB4-3BF2-E1B2-C4CE-B9E8BA9D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706384-00BE-72DA-BE70-091FAB9C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21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85B71-FBA3-14E9-C044-B8893B09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EBDF28-BFF9-B12D-F24C-1DF49863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4DD4C4-6424-7BD2-5DB1-824B2AC0B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E0B858-DAD9-829E-71BC-9ED19F916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FE2826-A7DA-F524-87CA-E0901E5E8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6E4B2D-BE95-84C6-0A7A-1355E33E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C7E5A8-5C1D-D204-60F3-A73C1EB9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33BE26-32CE-630A-E150-9B748A4B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03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7B137-6898-71F5-D1DF-206FD67D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761C83-1921-4275-1BE1-57863A21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9EE21A-F24F-344F-A1ED-F5A9F815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A8D352-3073-2145-980B-AC1A49B9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71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7D1521-6FE6-F4EF-468E-D0569863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14766D0-FF98-E460-9AA5-D602F9E3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66051E-A7E9-7B06-065A-A76D5850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67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71B34-5B78-B5D7-454B-C9D03919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A88220-9296-8F66-DBCB-E38D8C61B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EA9DB4-DE94-E51B-09BC-2B103EE4E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284AC-E411-96F8-0EDA-274CEE1C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CC2AD5-BBAB-B6E7-ABC1-ECDE4BA0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89E685-34BD-98E1-B0B2-1002BF44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48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1202A-8277-74D6-05EF-EBEC88FE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173643A-7887-3741-DD24-3FAA03B6B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6E9C35-2DDB-92DA-DFDB-10DF34C50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1C159A-7823-9B02-CB03-5E4F347B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C3E9B3-11C7-C643-CC3E-3BC42E8B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DB21EB-862A-E80F-8F8D-E80E0D5A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32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DA869-6B79-10F8-5802-B9E9BBA4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23E01B-370C-96B2-3A71-FA73F95A0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422FA-610B-E401-1617-7EF450A7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F54135-4D57-AB59-1A4F-CC929352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1F415F-82A4-7DCF-B21E-D52B3166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30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980FFC-D3B2-AFE9-732C-939387C83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EDA33E-7D6D-C39A-1B5D-50DF4127B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657DF-CC68-8FC2-5AC6-6D8B04EC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FC1A9C-9D26-A4C8-A1F8-9746399D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753AF-4D74-9A00-E90D-AC760614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3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B42C71C-DEC4-DEE3-2D71-70BA8146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10BDB4-1261-F0AA-0399-F56010FEB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631C55-5E70-111C-2886-89B14FD5A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11C26-6F5C-46FE-9306-5C678A2E47EB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30AF5B-79B6-C4E5-24DD-7CEC06AF4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DF757E-C2BB-A80D-1FC4-C74389C4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382D5-D7BC-4342-A6D5-650920EE1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35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AB2A082-A43A-83A2-0EC4-59E41BFC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06"/>
            <a:ext cx="12192000" cy="65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8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F199EC1-9D89-E8C7-1772-26074A905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29" y="0"/>
            <a:ext cx="10663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7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C9F6563-F113-D088-3C21-161F5E47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76"/>
            <a:ext cx="12192000" cy="65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3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115BC75-85E6-AC25-944E-9106867C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235" y="0"/>
            <a:ext cx="6783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21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B511FE0-4BA4-414E-AC06-E133CB3A6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817" y="0"/>
            <a:ext cx="6774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85A6DC5-7F39-AD11-4EB9-191B6051E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441" y="0"/>
            <a:ext cx="8329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0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B9987E6-E671-0E04-E334-25FDEB2B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57" y="0"/>
            <a:ext cx="5242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5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D33B523-F7BD-C6FE-C5FC-142056B8F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123363"/>
            <a:ext cx="6439799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2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87A6C6C-5AEF-02EA-1333-8F5F8154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81" y="142416"/>
            <a:ext cx="11555438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1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ワイド画面</PresentationFormat>
  <Paragraphs>1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SHIGEO OWAKI</dc:creator>
  <cp:lastModifiedBy>SHIGEO OWAKI</cp:lastModifiedBy>
  <cp:revision>2</cp:revision>
  <dcterms:created xsi:type="dcterms:W3CDTF">2026-04-07T12:42:30Z</dcterms:created>
  <dcterms:modified xsi:type="dcterms:W3CDTF">2026-04-07T20:34:09Z</dcterms:modified>
</cp:coreProperties>
</file>